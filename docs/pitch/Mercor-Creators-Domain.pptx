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1828800"/>
            <a:ext cx="731520" cy="50800"/>
          </a:xfrm>
          <a:prstGeom prst="rect">
            <a:avLst/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0" b="1">
                <a:solidFill>
                  <a:srgbClr val="0A0A0A"/>
                </a:solidFill>
                <a:latin typeface="Inter"/>
              </a:rPr>
              <a:t>Creator Experts.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B7280"/>
                </a:solidFill>
                <a:latin typeface="Inter"/>
              </a:rPr>
              <a:t>A new Expert Domain for Mercor.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9CA3AF"/>
                </a:solidFill>
                <a:latin typeface="Inter"/>
              </a:rPr>
              <a:t>Build over the summer. Ship at the start of Q4.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For Aaron Langerman, Strategic Ops.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A0A0A"/>
                </a:solidFill>
                <a:latin typeface="Inter"/>
              </a:rPr>
              <a:t>Logan Mann  +  Aarnav Nagabhirava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On Mercor's CUA-envs contract for Anthropic, under Drew Geoly.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THREE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A0A0A"/>
                </a:solidFill>
                <a:latin typeface="Inter"/>
              </a:rPr>
              <a:t>The market is bigger than the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0896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>
                <a:solidFill>
                  <a:srgbClr val="0A0A0A"/>
                </a:solidFill>
                <a:latin typeface="Inter"/>
              </a:rPr>
              <a:t>$480B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Creator economy by 2027.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CA3AF"/>
                </a:solidFill>
                <a:latin typeface="Inter"/>
              </a:rPr>
              <a:t>Goldman Sachs.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10896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347472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>
                <a:solidFill>
                  <a:srgbClr val="7857FF"/>
                </a:solidFill>
                <a:latin typeface="Inter"/>
              </a:rPr>
              <a:t>4×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CTR lift on UGC vs. polished ads.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CA3AF"/>
                </a:solidFill>
                <a:latin typeface="Inter"/>
              </a:rPr>
              <a:t>Half the CPC, too. Impact, 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10896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347472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>
                <a:solidFill>
                  <a:srgbClr val="0A0A0A"/>
                </a:solidFill>
                <a:latin typeface="Inter"/>
              </a:rPr>
              <a:t>74%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0A0A0A"/>
                </a:solidFill>
                <a:latin typeface="Inter"/>
              </a:rPr>
              <a:t>of brands shifting budget into creator programs.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CA3AF"/>
                </a:solidFill>
                <a:latin typeface="Inter"/>
              </a:rPr>
              <a:t>Influencer Marketing Factory,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Three external signals. All pointing the same 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WHY THIS. WHY 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0A0A0A"/>
                </a:solidFill>
                <a:latin typeface="Inter"/>
              </a:rPr>
              <a:t>Three things changed in the last six months.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Handshake AI is going for the college funnel.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18M students priced as cheap RLHF labor.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069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Brand-voice RLHF doesn't have a vendor.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Anthropic and OpenAI will need it inside ~6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731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Mercor's own UGC spend is going to Meta.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Creators in the marketplace could replace that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PROOF +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A0A0A"/>
                </a:solidFill>
                <a:latin typeface="Inter"/>
              </a:rPr>
              <a:t>Cluely already paid creators to do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00" b="1" spc="120">
                <a:solidFill>
                  <a:srgbClr val="6B7280"/>
                </a:solidFill>
                <a:latin typeface="Inter"/>
              </a:rPr>
              <a:t>CLUELY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0A0A0A"/>
                </a:solidFill>
                <a:latin typeface="Inter"/>
              </a:rPr>
              <a:t>$500K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Inter"/>
              </a:rPr>
              <a:t>creator bounty — all-time.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394960" cy="2286000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971800"/>
            <a:ext cx="49377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MERCOR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7857FF"/>
                </a:solidFill>
                <a:latin typeface="Inter"/>
              </a:rPr>
              <a:t>$1.5M / day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A0A0A"/>
                </a:solidFill>
                <a:latin typeface="Inter"/>
              </a:rPr>
              <a:t>contractor wages — every 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We ran the same play through UCSB and fraternity networks. It worked. Mercor can run it bigger.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A0A0A"/>
                </a:solidFill>
                <a:latin typeface="Inter"/>
              </a:rPr>
              <a:t>Build it over the summer. Ship it at Q4.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834640"/>
            <a:ext cx="4992624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SUMMER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Internship build + PMF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Logan + Aarnav, paid as Mercor interns. Real campaigns running by Aug.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606040"/>
            <a:ext cx="5577840" cy="13258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4848" y="2834640"/>
            <a:ext cx="4992624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Q4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A0A0A"/>
                </a:solidFill>
                <a:latin typeface="Inter"/>
              </a:rPr>
              <a:t>Deploy with Eng + Growth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Hand-off to Mercor's eng and growth teams. Domain row goes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WHAT WE NEED FROM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857FF"/>
                </a:solidFill>
                <a:latin typeface="Inte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864607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A0A0A"/>
                </a:solidFill>
                <a:latin typeface="Inter"/>
              </a:rPr>
              <a:t>Where does Creator Experts live inside Mercor?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857F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367527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A0A0A"/>
                </a:solidFill>
                <a:latin typeface="Inter"/>
              </a:rPr>
              <a:t>Hourly pricing, or per-post with a relevant-eyes bonus?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857F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870448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A0A0A"/>
                </a:solidFill>
                <a:latin typeface="Inter"/>
              </a:rPr>
              <a:t>Who handles brand-side sales — Mercor's team, or ours during the pilot?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rco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320040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spc="120">
                <a:solidFill>
                  <a:srgbClr val="7857FF"/>
                </a:solidFill>
                <a:latin typeface="Inter"/>
              </a:rPr>
              <a:t>NOW →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0A0A0A"/>
                </a:solidFill>
                <a:latin typeface="Inter"/>
              </a:rPr>
              <a:t>The demo's the rest of the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Logan as a creator — real 22.7K TikTok account, applying inside Mercor's stepper.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A0A0A"/>
                </a:solidFill>
                <a:latin typeface="Inter"/>
              </a:rPr>
              <a:t>Aaron as Mercor admin — RAG cites real posts back by URL, outreach drafts in 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69280"/>
            <a:ext cx="10972800" cy="594360"/>
          </a:xfrm>
          <a:prstGeom prst="roundRect">
            <a:avLst>
              <a:gd name="adj" fmla="val 40000"/>
            </a:avLst>
          </a:prstGeom>
          <a:solidFill>
            <a:srgbClr val="78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Live: musing-maxwell-84ed29.vercel.app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CA3AF"/>
                </a:solidFill>
                <a:latin typeface="Inter"/>
              </a:rPr>
              <a:t>creator experts   ·   internal proposal for aaron langerman   ·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